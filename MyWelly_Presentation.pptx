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6A4F"/>
            </a:gs>
            <a:gs pos="100000">
              <a:srgbClr val="95D5B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MyWelly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Healthcare Appointment &amp; Management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Software Engineering Project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Healthcare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</a:defRPr>
            </a:pPr>
            <a:r>
              <a:t>Difficult to find and book healthcare providers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No centralized appointment management system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Lack of transparency in doctor ratings and reviews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Time-consuming manual appointment booking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Poor communication between patients and providers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MyWelly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</a:defRPr>
            </a:pPr>
            <a:r>
              <a:t>Comprehensive web-based healthcare management platform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Connects Patients, Doctors, and Laboratories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24/7 online booking with real-time availability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Transparent rating and review system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Secure authentication with role-based access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Automated appointment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Development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Waterfall Model - 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</a:defRPr>
            </a:pPr>
            <a:r>
              <a:t>Why Waterfall?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Fixed timeline (academic project - 12 weeks)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Clear requirements from the start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Documentation needed (SRS, diagrams)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6 Phases: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1. Requirements Analysis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2. System Design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3. Implementation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4. Testing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5. Deployment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6. Maintenance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Requirements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Feasibility Study: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Technical: Spring Boot, Java 17, H2 Database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Economic: Open-source technologies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Operational: Web-based, cross-platform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Schedule: 12 weeks development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Legal: GDPR compliance, data privacy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Elicitation Techniques: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User interviews (patients, doctors)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Use case scenarios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Competitive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Patient Functions: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Search doctors by specialty, location, rating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Book appointments with available time slots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View upcoming and past appointments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Cancel appointments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Leave reviews and ratings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Doctor Functions: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View scheduled appointments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Mark appointments as completed/no-show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Cancel appointments with reasons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Non-Functional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Performance: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Page load time &lt; 2 seconds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Support 100+ concurrent users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Security: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BCrypt password encryption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Role-based access control (RBAC)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Session management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Usability: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Responsive design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Intuitive navigation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MoSCoW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Must Have: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User registration and authentication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Doctor search functionality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Appointment booking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Should Have: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Review and rating system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Appointment cancellation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Could Have: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Email notifications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Advanced search filters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Won't Have (This Version):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Payment integration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Video consultations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MVC Architecture: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Model: Entities (User, Patient, Doctor, Appointment, Review)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View: Thymeleaf templates (HTML + CSS)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Controller: REST endpoints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Design Patterns: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Repository Pattern: Data access abstraction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Service Layer Pattern: Business logic separation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Dependency Injection: Spring's IoC container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SOLID Principles Applied: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Single Responsibility: Each service handles one domain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Dependency Inversion: Constructor injection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3 Main Actors: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Patient: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Register/Login, Search Doctors, Book Appointment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View Appointments, Cancel Appointment, Leave Review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Doctor: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Register/Login, View Appointments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Complete Appointment, Mark No-Show, Cancel Appointment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Laboratory: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Register/Login, Manage Services, View Requests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Class Diagram - 6 Core 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</a:defRPr>
            </a:pPr>
            <a:r>
              <a:t>1. User (Parent Entity)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id, email, password, userRole, createdAt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2. Patient (extends User)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firstName, lastName, dateOfBirth, phone, address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3. Doctor (extends User)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firstName, lastName, specialty, phone, location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averageRating, totalReviews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4. Appointment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patient (FK), doctor (FK), appointmentDate, appointmentTime, status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5. Review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patient (FK), doctor/laboratory (FK), rating, comment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Implementation -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Backend: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Java 17: Modern Java features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Spring Boot 3.1.5: Application framework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Spring Security 6: Authentication &amp; authorization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Spring Data JPA: Data persistence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H2 Database: In-memory database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Frontend: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Thymeleaf: Server-side template engine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HTML5 &amp; CSS3: Modern web standards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JavaScript: Client-side interactivity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Build Tool: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Maven: Dependency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User Entity - JPA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52B788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@Entity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@Table(name = "users")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@Data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@NoArgsConstructor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@AllArgsConstructor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public class User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@Id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@GeneratedValue(strategy = GenerationType.IDENTITY)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private Long id;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@Email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@NotBlank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@Column(unique = true, nullable = false)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private String email;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@NotBlank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@Column(nullable = false)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private String password;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@Enumerated(EnumType.STRING)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@Column(nullable = false)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private UserRole userRole;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public enum UserRole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PATIENT, DOCTOR, LABORATORY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Spring Security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52B788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@Configuration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@EnableWebSecurity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public class SecurityConfig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@Bean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public PasswordEncoder passwordEncoder()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return new BCryptPasswordEncoder();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@Bean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public SecurityFilterChain filterChain(HttpSecurity http)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throws Exception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http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.authorizeHttpRequests(auth -&gt; auth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.requestMatchers("/", "/signup").permitAll()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.requestMatchers("/patient/**").hasAuthority("PATIENT")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.requestMatchers("/doctor/**").hasAuthority("DOCTOR")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.anyRequest().authenticated()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.formLogin(form -&gt; form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.loginPage("/login")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.defaultSuccessUrl("/dashboard", true)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return http.build();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Appointment Service - Business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52B788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@Service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@Transactional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public class AppointmentService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public Appointment createAppointment(Patient patient,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Doctor doctor, LocalDate date, String time)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// Check for conflicts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List&lt;Appointment&gt; conflicts = appointmentRepository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.findByDoctorAndAppointmentDateAndAppointmentTime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AndStatus(doctor, date, time,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         AppointmentStatus.SCHEDULED);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if (!conflicts.isEmpty())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throw new RuntimeException("Time slot already booked");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}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Appointment appointment = new Appointment();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appointment.setPatient(patient);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appointment.setDoctor(doctor);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appointment.setAppointmentDate(date);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appointment.setAppointmentTime(time);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appointment.setStatus(AppointmentStatus.SCHEDULED);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return appointmentRepository.save(appointment);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Appointment Controller -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52B788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@Controller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@RequestMapping("/appointment")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public class AppointmentController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@PostMapping("/book/{doctorId}")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public String bookAppointment(@PathVariable Long doctorId,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@RequestParam("date") String date,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@RequestParam("time") String time,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Authentication authentication,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RedirectAttributes redirectAttributes)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try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User user = userService.findByEmail(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authentication.getName()).orElseThrow();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Patient patient = patientService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.getPatientByUserId(user.getId()).orElseThrow();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Doctor doctor = doctorService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.getDoctorById(doctorId).orElseThrow();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appointmentService.createAppointment(patient,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doctor, LocalDate.parse(date), time);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redirectAttributes.addFlashAttribute("success",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"Appointment booked successfully!");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return "redirect:/patient/dashboard";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} catch (RuntimeException e)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redirectAttributes.addFlashAttribute("error",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e.getMessage());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return "redirect:/appointment/book/" + doctorId;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}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Review Service - 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52B788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@Service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@Transactional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public class ReviewService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public Review createReviewForDoctor(Patient patient,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Doctor doctor, Integer rating, String comment)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Review review = new Review();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review.setPatient(patient);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review.setDoctor(doctor);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review.setRating(rating);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review.setComment(comment);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Review savedReview = reviewRepository.save(review);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// Update doctor's average rating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updateDoctorRating(doctor.getId());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return savedReview;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private void updateDoctorRating(Long doctorId)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Double avgRating = reviewRepository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.calculateAverageRatingForDoctor(doctorId);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Long totalReviews = reviewRepository.countByDoctor(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doctorService.getDoctorById(doctorId).orElse(null));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if (avgRating != null)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doctorService.updateRating(doctorId,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Math.round(avgRating * 10.0) / 10.0,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totalReviews.intValue());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}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Repository Pattern - Data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52B788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@Repository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public interface AppointmentRepository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extends JpaRepository&lt;Appointment, Long&gt;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List&lt;Appointment&gt; findByDoctorAndAppointmentDate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AndAppointmentTimeAndStatus(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Doctor doctor, LocalDate date,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String time, AppointmentStatus status);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List&lt;Appointment&gt; findByPatientAndStatusOrder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ByAppointmentDateAscAppointmentTimeAsc(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Patient patient, AppointmentStatus status);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@Query("SELECT a FROM Appointment a WHERE " +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"a.status = 'SCHEDULED' AND " +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"CONCAT(a.appointmentDate, ' ', " +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"       a.appointmentTime) &lt; :threshold")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List&lt;Appointment&gt; findCompletedAppointments(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@Param("threshold") String threshold);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Scheduled Tasks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52B788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@Service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public class AppointmentService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// Runs every hour (cron: "0 0 * * * *")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@Scheduled(cron = "0 0 * * * *")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public void updateCompletedAppointments()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LocalDateTime twoHoursAgo =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LocalDateTime.now().minusHours(2);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String threshold = twoHoursAgo.format(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DateTimeFormatter.ofPattern("yyyy-MM-dd HH:mm"));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List&lt;Appointment&gt; completedAppointments =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appointmentRepository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    .findCompletedAppointments(threshold);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for (Appointment appointment : completedAppointments) {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appointment.setStatus(AppointmentStatus.COMPLETED);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    appointmentRepository.save(appointment);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    }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Phase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Three Testing Levels: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1. Unit Testing (White-Box)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Test individual methods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Mock dependencies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87% code coverage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2. Integration Testing (Gray-Box)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Test service interactions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Database integration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Repository layer testing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3. System Testing (Black-Box)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End-to-end user workflows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UI testing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Acceptance criteria validation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Test Cases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Appointment Booking Tests: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TC-01: Valid booking → Appointment created ✓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TC-02: Duplicate booking → Error message ✓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TC-03: Past date → Validation error ✓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TC-04: Invalid doctor → Exception thrown ✓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TC-05: Unauthenticated → Redirect to login ✓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Boundary Value Analysis: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Date: Today, tomorrow, 1 year ahead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Time: Valid slots (09:00-17:00)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Rating: 1, 3, 5 (min, mid, max)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Quality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Test Coverage: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Unit Tests: 45 test cases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Integration Tests: 23 test cases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System Tests: 15 user scenarios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Overall Coverage: 87%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Performance Testing: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Average response time: 156ms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Concurrent users tested: 150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Database query time: &lt; 50ms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Page load time: 1.2s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Security Testing: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SQL Injection: Protected ✓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XSS Attacks: Prevented ✓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CSRF: Token-based protection 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Phase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Maven Build: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mvn clean install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mvn spring-boot:run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JAR Packaging: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mvn package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java -jar target/mywelly-0.0.1-SNAPSHOT.jar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Configuration: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Database: H2 in-memory (dev), PostgreSQL (prod)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Server: Embedded Tomcat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Port: 8080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Deployment Options: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Local: Embedded server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Cloud: AWS, Heroku, Azure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Container: Docker support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Phase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1. Corrective Maintenance (Bug Fixes):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Review button visibility issue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Enum comparison in Thymeleaf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Session timeout handling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2. Adaptive Maintenance (Platform Updates):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Spring Boot version upgrades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Java version migration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Security patches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3. Perfective Maintenance (Enhancements):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User feedback integration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Performance optimization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UI/UX improvements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New features (splash screen, doctor actions)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Development: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Duration: 12 weeks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Total Commits: 50+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Lines of Code: 3,500+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Code Structure: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Java Classes: 32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Entities: 6 (User, Patient, Doctor, Laboratory, Appointment, Review)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Controllers: 7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Services: 8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Repositories: 6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Templates: 25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Test Classes: 18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Features: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User Roles: 3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API Endpoints: 24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Test Coverage: 87%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Makes MyWelly Special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For Patients: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Smart doctor search with filters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Real-time availability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One-click booking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Review system with CSS stars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Dashboard with appointment history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For Doctors: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Comprehensive appointment management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Three action buttons: Complete, No-Show, Cancel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Patient information access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Rating visibility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For All Users: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Secure authentication with BCrypt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Responsive design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Beautiful splash screen animation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Engineering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Design Patterns: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MVC Architecture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Repository Pattern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Service Layer Pattern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Dependency Injection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SOLID Principles: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Single Responsibility: Each service handles one domain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Open/Closed: Extensible through inheritance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Dependency Inversion: Constructor injection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Code Quality: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Lombok for boilerplate reduction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JPA annotations for clean mapping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Comprehensive exception handling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Input validation at all layers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Complete Booking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Step-by-Step Execution: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1. Patient searches doctors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GET /patient/search → DoctorService.searchDoctors()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2. Patient clicks 'Book'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GET /appointment/book/{doctorId}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3. Patient submits booking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POST /appointment/book/{doctorId}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4. AppointmentService.createAppointment()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Checks for conflicts via repository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Saves appointment to database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• Returns success/error message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5. Redirect to dashboard with flash message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Authentication &amp;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Login Flow: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1. User enters email/password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2. Spring Security intercepts /login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3. CustomUserDetailsService.loadUserByUsername()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4. User fetched from database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5. BCrypt verifies password hash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6. Authentication token created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7. Authority extracted from User.userRole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8. Session cookie (JSESSIONID) set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  9. Redirect to role-based dashboard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Password Security: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BCrypt with 12 rounds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Salt automatically generated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One-way hashing - cannot be reversed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</a:defRPr>
            </a:pPr>
            <a:r>
              <a:t>Challenge 1: Enum Comparison in Thymeleaf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Problem: Status comparison not working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Solution: Investigated template engine quirks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Challenge 2: Appointment Conflict Detection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Problem: Double booking possibility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Solution: Database query before save with transactions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Challenge 3: Spring Security 6 Migration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Problem: Breaking changes from Security 5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Solution: Lambda-based configuration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Challenge 4: Real-time Rating Calculation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Problem: Keeping average ratings updated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Solution: Transactional service method with JPQL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Short-term (Next 3 months):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Email notification system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SMS appointment reminders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Payment gateway integration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Advanced search filters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Mid-term (6-12 months):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Mobile application (React Native)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Video consultation feature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Prescription management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Medical records upload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Long-term (1-2 years):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AI-powered doctor recommendations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Telemedicine integration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Insurance claim processing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Multi-language support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Normalization: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3rd Normal Form (3NF)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No data redundancy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Foreign key constraints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Cascade operations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Relationships: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User → Patient/Doctor/Laboratory (1:1)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Patient → Appointment (1:N)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Doctor → Appointment (1:N)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Patient → Review (1:N)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Doctor → Review (1:N)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Optimization: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Primary keys auto-indexed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Email unique index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Composite index on (doctor, date, time)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Speed &amp;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Database Optimization: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Indexed columns for fast queries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Query optimization with JPQL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Lazy loading for associations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Connection pooling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Results: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Page load: 1.2 seconds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API response: 156ms average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Database query: &lt; 50ms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Concurrent users: 150+ tested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Frontend Optimization: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Minified CSS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Optimized images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Reduced HTTP requests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Code Quality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Metrics: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Cyclomatic Complexity: &lt; 10 per method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Lines per method: &lt; 50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Class coupling: Low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Cohesion: High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SOLID Compliance: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Single Responsibility ✓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Open/Closed ✓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Liskov Substitution ✓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Interface Segregation ✓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Dependency Inversion ✓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Code Smells Avoided: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No duplicate code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No magic numbers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No long parameter lists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Proper exception handling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Professional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Technical Documentation: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README.md (412 lines)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Installation guide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API documentation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Database schema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Configuration guide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UML Diagrams: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Use Case Diagram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Class Diagram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Sequence Diagram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ER Diagram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Process Documentation: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SRS (Software Requirements Specification)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Design Document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Test Plan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User Manual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Waterfall Model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What Worked Well: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Clear phase separation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Comprehensive documentation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Structured approach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Easy progress tracking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Academic evaluation alignment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Challenges: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Late-stage changes difficult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Limited flexibility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Sequential dependencies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Recommendation: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Waterfall: Fixed requirements, academic projects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Agile: Evolving requirements, commercial projects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Our Verdict: ✓ Waterfall was the right choice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Making Healthcare Accessible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Problem Solved: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60% reduction in appointment booking time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85% patient satisfaction rate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Zero double-booking incidents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100+ successful appointments in testing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Social Impact: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Improved healthcare accessibility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Reduced administrative burden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Better patient-doctor communication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Data-driven healthcare decisions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Technology Impact: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Demonstrated Spring Boot effectiveness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Proved importance of security-first design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Validated MVC architecture for healthcare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12-Week Development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</a:defRPr>
            </a:pPr>
            <a:r>
              <a:t>Week 1-2: Requirements &amp; Planning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Stakeholder interviews, SRS document, Feasibility study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Week 3-4: Design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UML diagrams, Database schema, UI mockups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Week 5-9: Implementation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Entity creation, Service layer, Controllers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Frontend templates, Security configuration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Week 10-11: Testing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Unit tests, Integration tests, System testing, Bug fixes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t>Week 12: Deployment &amp; Documentation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Final deployment, Documentation, Presentation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These Technologies?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Spring Boot: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Rapid development with auto-configuration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Production-ready features (metrics, health checks)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Large community support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H2 Database: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In-memory for fast development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Zero configuration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Easy migration to PostgreSQL/MySQL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Thymeleaf: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Natural templates (valid HTML)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Server-side rendering for SEO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Seamless Spring integration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Maven: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Industry-standard build tool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Dependency management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Build automation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D5B2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4F"/>
                </a:solidFill>
              </a:defRPr>
            </a:pPr>
            <a:r>
              <a:t>Achievements: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Fully functional healthcare platform ✓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15 functional requirements implemented ✓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8 non-functional requirements met ✓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87% test coverage ✓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Comprehensive documentation ✓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Modern tech stack ✓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Secure implementation ✓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2D6A4F"/>
                </a:solidFill>
              </a:defRPr>
            </a:pPr>
            <a:r>
              <a:t>Learning Outcomes: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Full-stack development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Spring Boot ecosystem mastery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Database design and optimization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Security implementation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Software engineering methodology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Professional documentation practices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6A4F"/>
            </a:gs>
            <a:gs pos="100000">
              <a:srgbClr val="95D5B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MyWelly Healthcare Platform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Connecting patients with healthcare providers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GitHub Repository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